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Gloo Ambient Mesh</a:t>
            </a:r>
          </a:p>
          <a:p>
            <a:r>
              <a:t>Modern Service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Solo.io–themed high-level overview for senior associates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Why Ambient Mesh?</a:t>
            </a:r>
          </a:p>
          <a:p>
            <a:r>
              <a:t>2. What is Gloo Ambient Mesh?</a:t>
            </a:r>
          </a:p>
          <a:p>
            <a:r>
              <a:t>3. Traditional vs Ambient Architecture</a:t>
            </a:r>
          </a:p>
          <a:p>
            <a:r>
              <a:t>4. Key Components</a:t>
            </a:r>
          </a:p>
          <a:p>
            <a:r>
              <a:t>5. Business Benefits</a:t>
            </a:r>
          </a:p>
          <a:p>
            <a:r>
              <a:t>6. Use Cases</a:t>
            </a:r>
          </a:p>
          <a:p>
            <a:r>
              <a:t>7. Migration Path</a:t>
            </a:r>
          </a:p>
          <a:p>
            <a:r>
              <a:t>8. Observability</a:t>
            </a:r>
          </a:p>
          <a:p>
            <a:r>
              <a:t>9. Executive Summary</a:t>
            </a:r>
          </a:p>
          <a:p>
            <a:r>
              <a:t>10.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Ambient Mesh?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Growing microservices complexity</a:t>
            </a:r>
          </a:p>
          <a:p>
            <a:r>
              <a:t>- Sidecar overhead increases infra cost</a:t>
            </a:r>
          </a:p>
          <a:p>
            <a:r>
              <a:t>- Zero-trust mandates require simplification</a:t>
            </a:r>
          </a:p>
          <a:p>
            <a:r>
              <a:t>- Need for scalable, low‑touch mesh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Gloo Ambient Mesh?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Sidecar‑less service mesh model</a:t>
            </a:r>
          </a:p>
          <a:p>
            <a:r>
              <a:t>- Built on Istio ambient architecture</a:t>
            </a:r>
          </a:p>
          <a:p>
            <a:r>
              <a:t>- Node-level ztunnel for L4 security</a:t>
            </a:r>
          </a:p>
          <a:p>
            <a:r>
              <a:t>- Optional waypoints for L7 traffic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vs Ambient Mesh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Sidecar Model:</a:t>
            </a:r>
          </a:p>
          <a:p>
            <a:r>
              <a:t>- Sidecar per pod</a:t>
            </a:r>
          </a:p>
          <a:p>
            <a:r>
              <a:t>- High CPU/memory cost</a:t>
            </a:r>
          </a:p>
          <a:p>
            <a:r>
              <a:t>- Complex upgrades</a:t>
            </a:r>
          </a:p>
          <a:p/>
          <a:p>
            <a:r>
              <a:t>Ambient Model:</a:t>
            </a:r>
          </a:p>
          <a:p>
            <a:r>
              <a:t>- ztunnel per node</a:t>
            </a:r>
          </a:p>
          <a:p>
            <a:r>
              <a:t>- Optional L7 waypoints</a:t>
            </a:r>
          </a:p>
          <a:p>
            <a:r>
              <a:t>- Lower cost, simpler ops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ztunnel:</a:t>
            </a:r>
          </a:p>
          <a:p>
            <a:r>
              <a:t>- Handles mTLS, identity, L4</a:t>
            </a:r>
          </a:p>
          <a:p/>
          <a:p>
            <a:r>
              <a:t>Waypoints:</a:t>
            </a:r>
          </a:p>
          <a:p>
            <a:r>
              <a:t>- L7 traffic management</a:t>
            </a:r>
          </a:p>
          <a:p/>
          <a:p>
            <a:r>
              <a:t>Management Plane:</a:t>
            </a:r>
          </a:p>
          <a:p>
            <a:r>
              <a:t>- Multi-cluster config</a:t>
            </a:r>
          </a:p>
          <a:p>
            <a:r>
              <a:t>- Policy +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Reduce infra cost (up to 70%)</a:t>
            </a:r>
          </a:p>
          <a:p>
            <a:r>
              <a:t>- Simplify pod lifecycle ops</a:t>
            </a:r>
          </a:p>
          <a:p>
            <a:r>
              <a:t>- Zero-trust by default</a:t>
            </a:r>
          </a:p>
          <a:p>
            <a:r>
              <a:t>- Faster rollout of policies</a:t>
            </a:r>
          </a:p>
          <a:p>
            <a:r>
              <a:t>- Developer-friendly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Large microservice deployments</a:t>
            </a:r>
          </a:p>
          <a:p>
            <a:r>
              <a:t>- Multi-cluster enterprise setups</a:t>
            </a:r>
          </a:p>
          <a:p>
            <a:r>
              <a:t>- Zero-trust modernization</a:t>
            </a:r>
          </a:p>
          <a:p>
            <a:r>
              <a:t>- Gradual migration from legacy mesh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Deploy ambient control plane</a:t>
            </a:r>
          </a:p>
          <a:p>
            <a:r>
              <a:t>2. Enable ambient per namespace</a:t>
            </a:r>
          </a:p>
          <a:p>
            <a:r>
              <a:t>3. Move workloads without restarts</a:t>
            </a:r>
          </a:p>
          <a:p>
            <a:r>
              <a:t>4. Add waypoints only where needed</a:t>
            </a:r>
          </a:p>
          <a:p>
            <a:r>
              <a:t>5. Phase out sidecars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Identify pilot workloads</a:t>
            </a:r>
          </a:p>
          <a:p>
            <a:r>
              <a:t>- Setup sandbox cluster</a:t>
            </a:r>
          </a:p>
          <a:p>
            <a:r>
              <a:t>- Compare cost footprint</a:t>
            </a:r>
          </a:p>
          <a:p>
            <a:r>
              <a:t>- Train platform team</a:t>
            </a:r>
          </a:p>
          <a:p>
            <a:r>
              <a:t>- Plan phased migration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